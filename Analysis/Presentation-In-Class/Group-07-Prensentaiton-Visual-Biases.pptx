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1" r:id="rId3"/>
    <p:sldId id="263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F59A2-A26E-E0F5-9C51-64A15E3E00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Housing Biases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313922-03E1-122B-0EDB-3A7A694027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Group 7 – DATA-6550</a:t>
            </a:r>
          </a:p>
        </p:txBody>
      </p:sp>
      <p:pic>
        <p:nvPicPr>
          <p:cNvPr id="6" name="Picture 5" descr="A map of a state&#10;&#10;AI-generated content may be incorrect.">
            <a:extLst>
              <a:ext uri="{FF2B5EF4-FFF2-40B4-BE49-F238E27FC236}">
                <a16:creationId xmlns:a16="http://schemas.microsoft.com/office/drawing/2014/main" id="{316E7032-3AB0-7EBD-782E-DE1A66C9B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541" y="1179839"/>
            <a:ext cx="4345459" cy="4723823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91320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643C-2E59-1064-A32D-601D8921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br>
              <a:rPr lang="en-US" dirty="0"/>
            </a:br>
            <a:r>
              <a:rPr lang="en-US" b="1" dirty="0"/>
              <a:t>Data Biases </a:t>
            </a:r>
            <a:r>
              <a:rPr lang="en-US" b="1"/>
              <a:t>in Housing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68F8DD-702C-A81B-9B64-DFFFED0D92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Housing discrimination has played a major role in shaping economic and social inequalities!</a:t>
            </a:r>
          </a:p>
          <a:p>
            <a:r>
              <a:rPr lang="en-US" dirty="0"/>
              <a:t>Algorithm decision-making has replaced human judgment in many financial processes!</a:t>
            </a:r>
          </a:p>
          <a:p>
            <a:r>
              <a:rPr lang="en-US"/>
              <a:t>Project </a:t>
            </a:r>
            <a:r>
              <a:rPr lang="en-US" dirty="0"/>
              <a:t>focuses on Hennepin County</a:t>
            </a:r>
            <a:r>
              <a:rPr lang="en-US"/>
              <a:t>, Minnesota.</a:t>
            </a:r>
            <a:endParaRPr lang="en-US" dirty="0"/>
          </a:p>
        </p:txBody>
      </p:sp>
      <p:pic>
        <p:nvPicPr>
          <p:cNvPr id="8" name="Content Placeholder 7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ADFD5F90-51E4-6B82-A9F3-126590E3BFE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89213" y="2885025"/>
            <a:ext cx="4313237" cy="2275399"/>
          </a:xfrm>
        </p:spPr>
      </p:pic>
    </p:spTree>
    <p:extLst>
      <p:ext uri="{BB962C8B-B14F-4D97-AF65-F5344CB8AC3E}">
        <p14:creationId xmlns:p14="http://schemas.microsoft.com/office/powerpoint/2010/main" val="372080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60FF-2141-5FF8-219F-0EA6D7FF1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 - Questions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217FD-61E9-1CF0-7487-854C4E060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Group 7 – DATA-6550</a:t>
            </a:r>
          </a:p>
        </p:txBody>
      </p:sp>
    </p:spTree>
    <p:extLst>
      <p:ext uri="{BB962C8B-B14F-4D97-AF65-F5344CB8AC3E}">
        <p14:creationId xmlns:p14="http://schemas.microsoft.com/office/powerpoint/2010/main" val="3091323689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26</TotalTime>
  <Words>53</Words>
  <Application>Microsoft Macintosh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Wisp</vt:lpstr>
      <vt:lpstr>Housing Biases</vt:lpstr>
      <vt:lpstr>Introduction Data Biases in Housing</vt:lpstr>
      <vt:lpstr>Thank you -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 Hoehn</dc:creator>
  <cp:lastModifiedBy>Richard Hoehn</cp:lastModifiedBy>
  <cp:revision>5</cp:revision>
  <dcterms:created xsi:type="dcterms:W3CDTF">2025-02-27T14:27:20Z</dcterms:created>
  <dcterms:modified xsi:type="dcterms:W3CDTF">2025-03-20T03:50:40Z</dcterms:modified>
</cp:coreProperties>
</file>