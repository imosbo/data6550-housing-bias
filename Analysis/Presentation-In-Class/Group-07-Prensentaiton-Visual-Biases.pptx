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4" r:id="rId4"/>
    <p:sldId id="266" r:id="rId5"/>
    <p:sldId id="265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64"/>
  </p:normalViewPr>
  <p:slideViewPr>
    <p:cSldViewPr snapToGrid="0">
      <p:cViewPr varScale="1">
        <p:scale>
          <a:sx n="59" d="100"/>
          <a:sy n="59" d="100"/>
        </p:scale>
        <p:origin x="200" y="2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59A2-A26E-E0F5-9C51-64A15E3E00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Housing Biases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313922-03E1-122B-0EDB-3A7A694027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7 – DATA-6550</a:t>
            </a:r>
          </a:p>
        </p:txBody>
      </p:sp>
      <p:pic>
        <p:nvPicPr>
          <p:cNvPr id="6" name="Picture 5" descr="A map of a state&#10;&#10;AI-generated content may be incorrect.">
            <a:extLst>
              <a:ext uri="{FF2B5EF4-FFF2-40B4-BE49-F238E27FC236}">
                <a16:creationId xmlns:a16="http://schemas.microsoft.com/office/drawing/2014/main" id="{316E7032-3AB0-7EBD-782E-DE1A66C9B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6541" y="1179839"/>
            <a:ext cx="4345459" cy="472382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91320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643C-2E59-1064-A32D-601D8921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r>
              <a:rPr lang="en-US" b="1" dirty="0"/>
              <a:t>Data Biases </a:t>
            </a:r>
            <a:r>
              <a:rPr lang="en-US" b="1"/>
              <a:t>in Housing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8F8DD-702C-A81B-9B64-DFFFED0D92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Housing discrimination has played a major role in shaping economic and social inequalities!</a:t>
            </a:r>
          </a:p>
          <a:p>
            <a:r>
              <a:rPr lang="en-US" dirty="0"/>
              <a:t>Algorithm decision-making has replaced human judgment in many financial processes!</a:t>
            </a:r>
          </a:p>
          <a:p>
            <a:r>
              <a:rPr lang="en-US"/>
              <a:t>Project </a:t>
            </a:r>
            <a:r>
              <a:rPr lang="en-US" dirty="0"/>
              <a:t>focuses on Hennepin County</a:t>
            </a:r>
            <a:r>
              <a:rPr lang="en-US"/>
              <a:t>, Minnesota.</a:t>
            </a:r>
            <a:endParaRPr lang="en-US" dirty="0"/>
          </a:p>
        </p:txBody>
      </p:sp>
      <p:pic>
        <p:nvPicPr>
          <p:cNvPr id="8" name="Content Placeholder 7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ADFD5F90-51E4-6B82-A9F3-126590E3BF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89213" y="2885025"/>
            <a:ext cx="4313237" cy="2275399"/>
          </a:xfrm>
        </p:spPr>
      </p:pic>
    </p:spTree>
    <p:extLst>
      <p:ext uri="{BB962C8B-B14F-4D97-AF65-F5344CB8AC3E}">
        <p14:creationId xmlns:p14="http://schemas.microsoft.com/office/powerpoint/2010/main" val="3720801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E7A1-9C4A-7148-60A9-5E134EBDB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b="1" dirty="0"/>
              <a:t>Data Bias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7024C-D316-0246-6C03-EF7F04A337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C7B451-8471-0071-AB6A-191F0680A9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Examined Historical Racial Covenants compared to Modern Property Values</a:t>
            </a:r>
          </a:p>
          <a:p>
            <a:r>
              <a:rPr lang="en-US" dirty="0"/>
              <a:t>Economic Indicators</a:t>
            </a:r>
          </a:p>
          <a:p>
            <a:r>
              <a:rPr lang="en-US" dirty="0"/>
              <a:t>Neighborhood Demographics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788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6E07-AB83-2AA8-CCE4-FD13D8B71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A9A0-5725-4912-CC3B-09021CB73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b="1" dirty="0"/>
              <a:t>Algorithmic Bias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385A7-6117-A555-7AEE-AE8C2E067F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7789E7-1816-20FC-4D05-C65E06D3695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Investigated Mortgage Approval Rates</a:t>
            </a:r>
          </a:p>
          <a:p>
            <a:r>
              <a:rPr lang="en-US" dirty="0"/>
              <a:t>Evaluated Potential Proxy Variables</a:t>
            </a:r>
          </a:p>
        </p:txBody>
      </p:sp>
    </p:spTree>
    <p:extLst>
      <p:ext uri="{BB962C8B-B14F-4D97-AF65-F5344CB8AC3E}">
        <p14:creationId xmlns:p14="http://schemas.microsoft.com/office/powerpoint/2010/main" val="258861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1FDD7-5131-1871-A136-75A2200A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F5F64-4503-8062-7AB8-1B2A17A03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50C6-AED7-7F10-EAE2-59FD7512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48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960FF-2141-5FF8-219F-0EA6D7FF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-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217FD-61E9-1CF0-7487-854C4E060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Group 7 – DATA-6550</a:t>
            </a:r>
          </a:p>
        </p:txBody>
      </p:sp>
    </p:spTree>
    <p:extLst>
      <p:ext uri="{BB962C8B-B14F-4D97-AF65-F5344CB8AC3E}">
        <p14:creationId xmlns:p14="http://schemas.microsoft.com/office/powerpoint/2010/main" val="309132368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</TotalTime>
  <Words>84</Words>
  <Application>Microsoft Macintosh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Housing Biases</vt:lpstr>
      <vt:lpstr>Introduction Data Biases in Housing</vt:lpstr>
      <vt:lpstr>Methodology Data Bias</vt:lpstr>
      <vt:lpstr>Methodology Algorithmic Bias</vt:lpstr>
      <vt:lpstr>Proposed Mitigation</vt:lpstr>
      <vt:lpstr>Thank you -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Hoehn</dc:creator>
  <cp:lastModifiedBy>Richard Hoehn</cp:lastModifiedBy>
  <cp:revision>7</cp:revision>
  <dcterms:created xsi:type="dcterms:W3CDTF">2025-02-27T14:27:20Z</dcterms:created>
  <dcterms:modified xsi:type="dcterms:W3CDTF">2025-03-20T19:56:46Z</dcterms:modified>
</cp:coreProperties>
</file>